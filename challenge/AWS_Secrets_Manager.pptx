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15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9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66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37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7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7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0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21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591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8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36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992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89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1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Secrets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Securely Store, Rotate, and Manage Secrets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Secrets Manager helps protect access to applications, services, and IT resources.</a:t>
            </a:r>
          </a:p>
          <a:p>
            <a:r>
              <a:t>- Centralized secrets management</a:t>
            </a:r>
          </a:p>
          <a:p>
            <a:r>
              <a:t>- Automatic rotation of credentials</a:t>
            </a:r>
          </a:p>
          <a:p>
            <a:r>
              <a:t>- Secure retrieval with fine-grained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Automatic secret rotation</a:t>
            </a:r>
          </a:p>
          <a:p>
            <a:r>
              <a:t>- Integration with AWS services (RDS, Redshift, etc.)</a:t>
            </a:r>
          </a:p>
          <a:p>
            <a:r>
              <a:t>- Fine-grained access control with IAM</a:t>
            </a:r>
          </a:p>
          <a:p>
            <a:r>
              <a:t>- Encrypted with AWS KMS</a:t>
            </a:r>
          </a:p>
          <a:p>
            <a:r>
              <a:t>- Audit and monitoring via CloudTrail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Managing database credentials</a:t>
            </a:r>
          </a:p>
          <a:p>
            <a:r>
              <a:t>- Securing API keys and tokens</a:t>
            </a:r>
          </a:p>
          <a:p>
            <a:r>
              <a:t>- Protecting third-party service credentials</a:t>
            </a:r>
          </a:p>
          <a:p>
            <a:r>
              <a:t>- Enabling automatic key rotation</a:t>
            </a:r>
          </a:p>
          <a:p>
            <a:r>
              <a:t>- Supporting DevOps and CI/CD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AWS Secrets Manager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Store secrets securely with encryption</a:t>
            </a:r>
          </a:p>
          <a:p>
            <a:r>
              <a:t>2. Grant applications access via IAM policies</a:t>
            </a:r>
          </a:p>
          <a:p>
            <a:r>
              <a:t>3. Automatically rotate secrets (e.g., DB passwords)</a:t>
            </a:r>
          </a:p>
          <a:p>
            <a:r>
              <a:t>4. Retrieve secrets securely at runtime using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Enhanced security with encryption and rotation</a:t>
            </a:r>
          </a:p>
          <a:p>
            <a:r>
              <a:t>- Centralized secret management</a:t>
            </a:r>
          </a:p>
          <a:p>
            <a:r>
              <a:t>- Reduced risk of hardcoding credentials</a:t>
            </a:r>
          </a:p>
          <a:p>
            <a:r>
              <a:t>- Simplified compliance and auditing</a:t>
            </a:r>
          </a:p>
          <a:p>
            <a:r>
              <a:t>- Scalable and cost-effective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172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AWS Secrets Manager</vt:lpstr>
      <vt:lpstr>Introduction</vt:lpstr>
      <vt:lpstr>Key Features</vt:lpstr>
      <vt:lpstr>Use Cases</vt:lpstr>
      <vt:lpstr>How AWS Secrets Manager Works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Secrets Manager</dc:title>
  <dc:subject/>
  <dc:creator/>
  <cp:keywords/>
  <dc:description>generated using python-pptx</dc:description>
  <cp:lastModifiedBy>MOHAMMED ALEEM UDDIN</cp:lastModifiedBy>
  <cp:revision>2</cp:revision>
  <dcterms:created xsi:type="dcterms:W3CDTF">2013-01-27T09:14:16Z</dcterms:created>
  <dcterms:modified xsi:type="dcterms:W3CDTF">2025-09-13T15:44:14Z</dcterms:modified>
  <cp:category/>
</cp:coreProperties>
</file>