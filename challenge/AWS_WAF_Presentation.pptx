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8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5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67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1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30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40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1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17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9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667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58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02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637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942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926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19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9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AWS Web </a:t>
            </a:r>
            <a:r>
              <a:rPr sz="4400" dirty="0"/>
              <a:t>Application</a:t>
            </a:r>
            <a:r>
              <a:rPr dirty="0"/>
              <a:t> Firewall (WAF)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Protecting Applications from Web Exploits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AWS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AWS WAF is a web application firewall</a:t>
            </a:r>
          </a:p>
          <a:p>
            <a:r>
              <a:t>• Protects web applications from common web exploits</a:t>
            </a:r>
          </a:p>
          <a:p>
            <a:r>
              <a:t>• Helps control access to applications</a:t>
            </a:r>
          </a:p>
          <a:p>
            <a:r>
              <a:t>• Works with Amazon CloudFront, API Gateway, and Application Load Balancer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Protection against SQL Injection and XSS</a:t>
            </a:r>
          </a:p>
          <a:p>
            <a:r>
              <a:t>• Customizable Web ACLs</a:t>
            </a:r>
          </a:p>
          <a:p>
            <a:r>
              <a:t>• Real-time metrics and logging</a:t>
            </a:r>
          </a:p>
          <a:p>
            <a:r>
              <a:t>• Rate-based rules</a:t>
            </a:r>
          </a:p>
          <a:p>
            <a:r>
              <a:t>• Integration with AWS Shield for DDoS protection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WAF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Web ACL with rules</a:t>
            </a:r>
          </a:p>
          <a:p>
            <a:r>
              <a:t>2. Associate Web ACL with CloudFront, API Gateway, or ALB</a:t>
            </a:r>
          </a:p>
          <a:p>
            <a:r>
              <a:t>3. Monitor and block malicious requests</a:t>
            </a:r>
          </a:p>
          <a:p>
            <a:r>
              <a:t>4. Analyze logs for threats</a:t>
            </a:r>
          </a:p>
          <a:p>
            <a:r>
              <a:t>5. Continuously update rules as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AWS WAF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Enhanced application security</a:t>
            </a:r>
          </a:p>
          <a:p>
            <a:r>
              <a:t>• Protection from common exploits</a:t>
            </a:r>
          </a:p>
          <a:p>
            <a:r>
              <a:t>• Scalable and cost-effective</a:t>
            </a:r>
          </a:p>
          <a:p>
            <a:r>
              <a:t>• Easy to deploy and manage</a:t>
            </a:r>
          </a:p>
          <a:p>
            <a:r>
              <a:t>• Integration with AWS ecosystem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Protecting e-commerce applications from fraud</a:t>
            </a:r>
          </a:p>
          <a:p>
            <a:r>
              <a:t>• Securing APIs from malicious requests</a:t>
            </a:r>
          </a:p>
          <a:p>
            <a:r>
              <a:t>• Defending against DDoS attacks</a:t>
            </a:r>
          </a:p>
          <a:p>
            <a:r>
              <a:t>• Blocking bad bots and scrapers</a:t>
            </a:r>
          </a:p>
          <a:p>
            <a:r>
              <a:t>• Enforcing geographic restrictions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WAF provides strong security for applications.</a:t>
            </a:r>
          </a:p>
          <a:p>
            <a:r>
              <a:t>It is customizable, scalable, and integrates with AWS services.</a:t>
            </a:r>
          </a:p>
          <a:p>
            <a:r>
              <a:t>Essential for protecting modern web applications.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210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AWS Web Application Firewall (WAF)</vt:lpstr>
      <vt:lpstr>Introduction to AWS WAF</vt:lpstr>
      <vt:lpstr>Key Features</vt:lpstr>
      <vt:lpstr>How AWS WAF Works</vt:lpstr>
      <vt:lpstr>Benefits of AWS WAF</vt:lpstr>
      <vt:lpstr>Common Use Cases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Web Application Firewall (WAF)</dc:title>
  <dc:subject/>
  <dc:creator/>
  <cp:keywords/>
  <dc:description>generated using python-pptx</dc:description>
  <cp:lastModifiedBy>MOHAMMED ALEEM UDDIN</cp:lastModifiedBy>
  <cp:revision>2</cp:revision>
  <dcterms:created xsi:type="dcterms:W3CDTF">2013-01-27T09:14:16Z</dcterms:created>
  <dcterms:modified xsi:type="dcterms:W3CDTF">2025-09-13T15:44:54Z</dcterms:modified>
  <cp:category/>
</cp:coreProperties>
</file>