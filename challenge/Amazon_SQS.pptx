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71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8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577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1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3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79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4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24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8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01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482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5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20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09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596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52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5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Amazon SQS (</a:t>
            </a:r>
            <a:r>
              <a:rPr sz="4400" dirty="0"/>
              <a:t>Simple</a:t>
            </a:r>
            <a:r>
              <a:rPr dirty="0"/>
              <a:t> Queue Service)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Reliable, Scalable Message Queuing Service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Simple Queue Service (SQS) is a fully managed message queuing service.</a:t>
            </a:r>
          </a:p>
          <a:p>
            <a:r>
              <a:t>- Decouples application components</a:t>
            </a:r>
          </a:p>
          <a:p>
            <a:r>
              <a:t>- Provides high availability and reliability</a:t>
            </a:r>
          </a:p>
          <a:p>
            <a:r>
              <a:t>- Supports standard and FIFO queues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Fully managed service</a:t>
            </a:r>
          </a:p>
          <a:p>
            <a:r>
              <a:t>- Standard and FIFO queues</a:t>
            </a:r>
          </a:p>
          <a:p>
            <a:r>
              <a:t>- Scalable and secure</a:t>
            </a:r>
          </a:p>
          <a:p>
            <a:r>
              <a:t>- Dead-letter queues for debugging</a:t>
            </a:r>
          </a:p>
          <a:p>
            <a:r>
              <a:t>- Message retention up to 14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Decoupling microservices</a:t>
            </a:r>
          </a:p>
          <a:p>
            <a:r>
              <a:t>- Distributed systems communication</a:t>
            </a:r>
          </a:p>
          <a:p>
            <a:r>
              <a:t>- Event-driven applications</a:t>
            </a:r>
          </a:p>
          <a:p>
            <a:r>
              <a:t>- Task scheduling and buffering</a:t>
            </a:r>
          </a:p>
          <a:p>
            <a:r>
              <a:t>- Reliable message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Amazon SQS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Producers send messages to the queue</a:t>
            </a:r>
          </a:p>
          <a:p>
            <a:r>
              <a:t>2. Messages are stored redundantly across AZs</a:t>
            </a:r>
          </a:p>
          <a:p>
            <a:r>
              <a:t>3. Consumers poll the queue to process messages</a:t>
            </a:r>
          </a:p>
          <a:p>
            <a:r>
              <a:t>4. Messages are deleted after successful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Simplifies application architecture</a:t>
            </a:r>
          </a:p>
          <a:p>
            <a:r>
              <a:t>- Reduces operational overhead</a:t>
            </a:r>
          </a:p>
          <a:p>
            <a:r>
              <a:t>- Scales automatically with demand</a:t>
            </a:r>
          </a:p>
          <a:p>
            <a:r>
              <a:t>- Cost-effective (pay per request)</a:t>
            </a:r>
          </a:p>
          <a:p>
            <a:r>
              <a:t>- Secure with IAM policies and encryption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160</Words>
  <Application>Microsoft Office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Amazon SQS (Simple Queue Service)</vt:lpstr>
      <vt:lpstr>Introduction</vt:lpstr>
      <vt:lpstr>Key Features</vt:lpstr>
      <vt:lpstr>Use Cases</vt:lpstr>
      <vt:lpstr>How Amazon SQS Works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SQS (Simple Queue Service)</dc:title>
  <dc:subject/>
  <dc:creator/>
  <cp:keywords/>
  <dc:description>generated using python-pptx</dc:description>
  <cp:lastModifiedBy>MOHAMMED ALEEM UDDIN</cp:lastModifiedBy>
  <cp:revision>2</cp:revision>
  <dcterms:created xsi:type="dcterms:W3CDTF">2013-01-27T09:14:16Z</dcterms:created>
  <dcterms:modified xsi:type="dcterms:W3CDTF">2025-09-13T15:46:00Z</dcterms:modified>
  <cp:category/>
</cp:coreProperties>
</file>