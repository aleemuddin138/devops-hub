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88" autoAdjust="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62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074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05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64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49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12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5503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22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6045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671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484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877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5769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9165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6497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031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13393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24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7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AWS API Gateway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Managed API Service by 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" y="6211669"/>
            <a:ext cx="3879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Prepared by: Mohammed </a:t>
            </a:r>
            <a:r>
              <a:rPr lang="en-US" dirty="0" err="1" smtClean="0"/>
              <a:t>Aleem</a:t>
            </a:r>
            <a:r>
              <a:rPr lang="en-US" dirty="0" smtClean="0"/>
              <a:t> Uddin</a:t>
            </a:r>
          </a:p>
          <a:p>
            <a:r>
              <a:rPr lang="en-US" dirty="0" smtClean="0"/>
              <a:t>Batch: 14</a:t>
            </a:r>
            <a:endParaRPr lang="en-IN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Fully managed service to create, publish, maintain, monitor, and secure APIs</a:t>
            </a:r>
          </a:p>
          <a:p>
            <a:r>
              <a:t>Supports REST, HTTP, and WebSocket APIs</a:t>
            </a:r>
          </a:p>
          <a:p>
            <a:r>
              <a:t>Acts as a 'front door' for applications to access backend services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API Gateway?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 management service by AWS</a:t>
            </a:r>
          </a:p>
          <a:p>
            <a:r>
              <a:t>Handles all API request routing, security, monitoring, and throttling</a:t>
            </a:r>
          </a:p>
          <a:p>
            <a:r>
              <a:t>Integrates seamlessly with AWS Lambda, EC2, ECS, DynamoDB, etc.</a:t>
            </a:r>
          </a:p>
          <a:p>
            <a:r>
              <a:t>Provides SDKs for client integration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API Gateway is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Simplifies API creation &amp; management</a:t>
            </a:r>
          </a:p>
          <a:p>
            <a:r>
              <a:t>Scales automatically with demand</a:t>
            </a:r>
          </a:p>
          <a:p>
            <a:r>
              <a:t>Provides built-in security (IAM, Cognito, API keys)</a:t>
            </a:r>
          </a:p>
          <a:p>
            <a:r>
              <a:t>Supports caching to reduce backend load</a:t>
            </a:r>
          </a:p>
          <a:p>
            <a:r>
              <a:t>Enables monetization of APIs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API Gateway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Client sends API request</a:t>
            </a:r>
          </a:p>
          <a:p>
            <a:r>
              <a:t>2. API Gateway receives &amp; validates request</a:t>
            </a:r>
          </a:p>
          <a:p>
            <a:r>
              <a:t>3. Routes to backend service (Lambda, EC2, DynamoDB, etc.)</a:t>
            </a:r>
          </a:p>
          <a:p>
            <a:r>
              <a:t>4. Collects response and returns to client</a:t>
            </a:r>
          </a:p>
          <a:p>
            <a:r>
              <a:t>5. Logs &amp; metrics captured in CloudWatch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→ API Gateway → Backend (Lambda/EC2/DynamoDB)</a:t>
            </a:r>
          </a:p>
          <a:p>
            <a:r>
              <a:t>Security: IAM, Cognito, WAF</a:t>
            </a:r>
          </a:p>
          <a:p>
            <a:r>
              <a:t>Monitoring: CloudWatch, X-Ray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REST, HTTP, and WebSocket APIs</a:t>
            </a:r>
          </a:p>
          <a:p>
            <a:r>
              <a:t>Request validation &amp; transformation</a:t>
            </a:r>
          </a:p>
          <a:p>
            <a:r>
              <a:t>Rate limiting &amp; throttling</a:t>
            </a:r>
          </a:p>
          <a:p>
            <a:r>
              <a:t>API versioning &amp; lifecycle management</a:t>
            </a:r>
          </a:p>
          <a:p>
            <a:r>
              <a:t>SDK &amp; documentation generation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serverless APIs (with Lambda)</a:t>
            </a:r>
          </a:p>
          <a:p>
            <a:r>
              <a:t>Real-time apps with WebSockets</a:t>
            </a:r>
          </a:p>
          <a:p>
            <a:r>
              <a:t>Backend for mobile/web apps</a:t>
            </a:r>
          </a:p>
          <a:p>
            <a:r>
              <a:t>Microservices communication</a:t>
            </a:r>
          </a:p>
          <a:p>
            <a:r>
              <a:t>Data access via REST APIs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 per million API calls</a:t>
            </a:r>
          </a:p>
          <a:p>
            <a:r>
              <a:t>Data transfer charges apply</a:t>
            </a:r>
          </a:p>
          <a:p>
            <a:r>
              <a:t>Caching capacity hourly pricing</a:t>
            </a:r>
          </a:p>
          <a:p>
            <a:r>
              <a:t>Free tier: 1M API calls per month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API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Easy API deployment &amp; management</a:t>
            </a:r>
          </a:p>
          <a:p>
            <a:r>
              <a:t>Cost-effective, pay-per-use</a:t>
            </a:r>
          </a:p>
          <a:p>
            <a:r>
              <a:t>Global scale with low latency</a:t>
            </a:r>
          </a:p>
          <a:p>
            <a:r>
              <a:t>Secure &amp; reliable</a:t>
            </a:r>
          </a:p>
          <a:p>
            <a:r>
              <a:t>Developer-friendly (SDKs, docs)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Cold start issues with Lambda backends</a:t>
            </a:r>
          </a:p>
          <a:p>
            <a:r>
              <a:t>Rate limits per account/region</a:t>
            </a:r>
          </a:p>
          <a:p>
            <a:r>
              <a:t>Latency compared to direct backend calls</a:t>
            </a:r>
          </a:p>
          <a:p>
            <a:r>
              <a:t>Complexity for large-scale microservices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caching to optimize performance</a:t>
            </a:r>
          </a:p>
          <a:p>
            <a:r>
              <a:t>Enable throttling to protect backends</a:t>
            </a:r>
          </a:p>
          <a:p>
            <a:r>
              <a:t>Secure APIs with IAM/Cognito</a:t>
            </a:r>
          </a:p>
          <a:p>
            <a:r>
              <a:t>Monitor with CloudWatch &amp; X-Ray</a:t>
            </a:r>
          </a:p>
          <a:p>
            <a:r>
              <a:t>Use stages for version control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Gateway vs Load Balancer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 Gateway → API management (auth, throttling, caching)</a:t>
            </a:r>
          </a:p>
          <a:p>
            <a:r>
              <a:t>ALB → Load distribution across servers</a:t>
            </a:r>
          </a:p>
          <a:p>
            <a:r>
              <a:t>Use API Gateway for APIs, ALB for traditional apps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 Gateway is central to serverless architectures</a:t>
            </a:r>
          </a:p>
          <a:p>
            <a:r>
              <a:t>Widely used in microservices &amp; mobile backends</a:t>
            </a:r>
          </a:p>
          <a:p>
            <a:r>
              <a:t>Increasing use in AI/ML and IoT integrations</a:t>
            </a:r>
          </a:p>
          <a:p>
            <a:r>
              <a:t>Key enabler for modern API-driven apps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64</TotalTime>
  <Words>412</Words>
  <Application>Microsoft Office PowerPoint</Application>
  <PresentationFormat>On-screen Show (4:3)</PresentationFormat>
  <Paragraphs>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Garamond</vt:lpstr>
      <vt:lpstr>Organic</vt:lpstr>
      <vt:lpstr>AWS API Gateway</vt:lpstr>
      <vt:lpstr>Introduction</vt:lpstr>
      <vt:lpstr>What is API Gateway?</vt:lpstr>
      <vt:lpstr>Why API Gateway is Important?</vt:lpstr>
      <vt:lpstr>How API Gateway Works</vt:lpstr>
      <vt:lpstr>Architecture Overview</vt:lpstr>
      <vt:lpstr>Key Features</vt:lpstr>
      <vt:lpstr>Use Cases</vt:lpstr>
      <vt:lpstr>Pricing Model</vt:lpstr>
      <vt:lpstr>Benefits of API Gateway</vt:lpstr>
      <vt:lpstr>Limitations</vt:lpstr>
      <vt:lpstr>Best Practices</vt:lpstr>
      <vt:lpstr>API Gateway vs Load Balancer</vt:lpstr>
      <vt:lpstr>Conclusion &amp; Future Trends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API Gateway</dc:title>
  <dc:subject/>
  <dc:creator/>
  <cp:keywords/>
  <dc:description>generated using python-pptx</dc:description>
  <cp:lastModifiedBy>MOHAMMED ALEEM UDDIN</cp:lastModifiedBy>
  <cp:revision>4</cp:revision>
  <dcterms:created xsi:type="dcterms:W3CDTF">2013-01-27T09:14:16Z</dcterms:created>
  <dcterms:modified xsi:type="dcterms:W3CDTF">2025-08-22T12:41:06Z</dcterms:modified>
  <cp:category/>
</cp:coreProperties>
</file>