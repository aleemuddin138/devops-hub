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4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785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12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53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94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839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470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0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14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50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295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221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664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3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538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1095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3368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80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Amazon MQ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Managed Message Broker Service for Apache ActiveMQ and RabbitMQ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MQ is a managed message broker service for Apache ActiveMQ and RabbitMQ.</a:t>
            </a:r>
          </a:p>
          <a:p>
            <a:r>
              <a:t>- Simplifies setup and operations</a:t>
            </a:r>
          </a:p>
          <a:p>
            <a:r>
              <a:t>- Enables secure and scalable messaging</a:t>
            </a:r>
          </a:p>
          <a:p>
            <a:r>
              <a:t>- Ideal for migrating existing message brokers to AWS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Supports multiple protocols (JMS, AMQP, MQTT, STOMP, WebSocket)</a:t>
            </a:r>
          </a:p>
          <a:p>
            <a:r>
              <a:t>- Managed infrastructure and patching</a:t>
            </a:r>
          </a:p>
          <a:p>
            <a:r>
              <a:t>- High availability with Multi-AZ deployment</a:t>
            </a:r>
          </a:p>
          <a:p>
            <a:r>
              <a:t>- Monitoring and metrics via Amazon CloudWatch</a:t>
            </a:r>
          </a:p>
          <a:p>
            <a:r>
              <a:t>- Encryption at rest and in transit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Enterprise messaging</a:t>
            </a:r>
          </a:p>
          <a:p>
            <a:r>
              <a:t>- Application migration with minimal changes</a:t>
            </a:r>
          </a:p>
          <a:p>
            <a:r>
              <a:t>- Hybrid cloud and on-premises integration</a:t>
            </a:r>
          </a:p>
          <a:p>
            <a:r>
              <a:t>- Event-driven applications</a:t>
            </a:r>
          </a:p>
          <a:p>
            <a:r>
              <a:t>- IoT messaging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Amazon MQ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Developers connect applications using standard APIs and protocols</a:t>
            </a:r>
          </a:p>
          <a:p>
            <a:r>
              <a:t>2. Amazon MQ manages message brokers in the cloud</a:t>
            </a:r>
          </a:p>
          <a:p>
            <a:r>
              <a:t>3. Applications exchange messages reliably and securely</a:t>
            </a:r>
          </a:p>
          <a:p>
            <a:r>
              <a:t>4. Scale easily without re-architecting 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Easy migration from existing brokers</a:t>
            </a:r>
          </a:p>
          <a:p>
            <a:r>
              <a:t>- Reduced operational overhead</a:t>
            </a:r>
          </a:p>
          <a:p>
            <a:r>
              <a:t>- Scalable and resilient architecture</a:t>
            </a:r>
          </a:p>
          <a:p>
            <a:r>
              <a:t>- Secure with IAM, VPC, and encryption</a:t>
            </a:r>
          </a:p>
          <a:p>
            <a:r>
              <a:t>- Pay-as-you-go pricing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</TotalTime>
  <Words>178</Words>
  <Application>Microsoft Office PowerPoint</Application>
  <PresentationFormat>On-screen Show (4:3)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Amazon MQ</vt:lpstr>
      <vt:lpstr>Introduction</vt:lpstr>
      <vt:lpstr>Key Features</vt:lpstr>
      <vt:lpstr>Use Cases</vt:lpstr>
      <vt:lpstr>How Amazon MQ Works</vt:lpstr>
      <vt:lpstr>Benefits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MQ</dc:title>
  <dc:subject/>
  <dc:creator/>
  <cp:keywords/>
  <dc:description>generated using python-pptx</dc:description>
  <cp:lastModifiedBy>MOHAMMED ALEEM UDDIN</cp:lastModifiedBy>
  <cp:revision>2</cp:revision>
  <dcterms:created xsi:type="dcterms:W3CDTF">2013-01-27T09:14:16Z</dcterms:created>
  <dcterms:modified xsi:type="dcterms:W3CDTF">2025-09-13T15:45:18Z</dcterms:modified>
  <cp:category/>
</cp:coreProperties>
</file>