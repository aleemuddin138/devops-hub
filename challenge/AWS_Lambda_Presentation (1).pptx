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62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4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23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9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31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43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6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86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71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542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4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71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377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444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861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77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16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AWS Lambda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Serverless</a:t>
            </a:r>
            <a:r>
              <a:rPr dirty="0"/>
              <a:t> Compute Service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165502"/>
            <a:ext cx="4170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Prepared by: Mohammed </a:t>
            </a:r>
            <a:r>
              <a:rPr lang="en-US" dirty="0" err="1" smtClean="0"/>
              <a:t>Aleem</a:t>
            </a:r>
            <a:r>
              <a:rPr lang="en-US" dirty="0" smtClean="0"/>
              <a:t> Uddin</a:t>
            </a:r>
          </a:p>
          <a:p>
            <a:r>
              <a:rPr lang="en-US" dirty="0" smtClean="0"/>
              <a:t>Batch: 14 </a:t>
            </a:r>
            <a:endParaRPr lang="en-IN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Introduced in 2014</a:t>
            </a:r>
          </a:p>
          <a:p>
            <a:r>
              <a:t>Based on serverless computing model</a:t>
            </a:r>
          </a:p>
          <a:p>
            <a:r>
              <a:t>Executes workloads in response to events</a:t>
            </a:r>
          </a:p>
          <a:p>
            <a:r>
              <a:t>Ideal for event-driven &amp; microservices architectures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Lambda?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serverless compute service by AWS</a:t>
            </a:r>
          </a:p>
          <a:p>
            <a:r>
              <a:t>Runs code without provisioning or managing servers</a:t>
            </a:r>
          </a:p>
          <a:p>
            <a:r>
              <a:t>Executes only when triggered by events</a:t>
            </a:r>
          </a:p>
          <a:p>
            <a:r>
              <a:t>Pay only for execution time, not idle resources</a:t>
            </a:r>
          </a:p>
          <a:p>
            <a:r>
              <a:t>Handles scaling, fault tolerance, and availability automatically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AWS Lambda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No server management → Focus on code, not infrastructure</a:t>
            </a:r>
          </a:p>
          <a:p>
            <a:r>
              <a:t>Cost-efficient → Pay-per-use model</a:t>
            </a:r>
          </a:p>
          <a:p>
            <a:r>
              <a:t>Scales automatically from zero to thousands of requests</a:t>
            </a:r>
          </a:p>
          <a:p>
            <a:r>
              <a:t>Speeds up innovation → Faster time-to-market</a:t>
            </a:r>
          </a:p>
          <a:p>
            <a:r>
              <a:t>Highly reliable → Built-in fault tolerance</a:t>
            </a:r>
          </a:p>
          <a:p>
            <a:r>
              <a:t>Event-driven → Works with 200+ AWS services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AWS Lambda Works (Step by 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Upload function code (ZIP or container image)</a:t>
            </a:r>
          </a:p>
          <a:p>
            <a:r>
              <a:t>Define event triggers (S3, API Gateway, DynamoDB, EventBridge)</a:t>
            </a:r>
          </a:p>
          <a:p>
            <a:r>
              <a:t>AWS Lambda provisions isolated runtime environment</a:t>
            </a:r>
          </a:p>
          <a:p>
            <a:r>
              <a:t>Function executes in response to event</a:t>
            </a:r>
          </a:p>
          <a:p>
            <a:r>
              <a:t>Output stored, logged, or returned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Event Sources → AWS Lambda → Destinations</a:t>
            </a:r>
          </a:p>
          <a:p>
            <a:r>
              <a:t>Event Sources: S3, API Gateway, DynamoDB Streams, CloudWatch</a:t>
            </a:r>
          </a:p>
          <a:p>
            <a:r>
              <a:t>Lambda: Executes code in managed runtime</a:t>
            </a:r>
          </a:p>
          <a:p>
            <a:r>
              <a:t>Destinations: DynamoDB, S3, SNS, SQS, CloudWatch Logs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r>
              <a:t>Node.js</a:t>
            </a:r>
          </a:p>
          <a:p>
            <a:r>
              <a:t>Python</a:t>
            </a:r>
          </a:p>
          <a:p>
            <a:r>
              <a:t>Java</a:t>
            </a:r>
          </a:p>
          <a:p>
            <a:r>
              <a:t>Go</a:t>
            </a:r>
          </a:p>
          <a:p>
            <a:r>
              <a:t>Ruby</a:t>
            </a:r>
          </a:p>
          <a:p>
            <a:r>
              <a:t>.NET Core (C#)</a:t>
            </a:r>
          </a:p>
          <a:p>
            <a:r>
              <a:t>Custom runtimes (via Lambda Runtime API)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Fully serverless – no servers to manage</a:t>
            </a:r>
          </a:p>
          <a:p>
            <a:r>
              <a:t>Automatic scaling per request</a:t>
            </a:r>
          </a:p>
          <a:p>
            <a:r>
              <a:t>Pay only for compute time (100ms increments)</a:t>
            </a:r>
          </a:p>
          <a:p>
            <a:r>
              <a:t>Integrates with 200+ AWS services</a:t>
            </a:r>
          </a:p>
          <a:p>
            <a:r>
              <a:t>Built-in monitoring with CloudWatch</a:t>
            </a: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Real-time file/image processing (S3)</a:t>
            </a:r>
          </a:p>
          <a:p>
            <a:r>
              <a:t>RESTful APIs (API Gateway + Lambda)</a:t>
            </a:r>
          </a:p>
          <a:p>
            <a:r>
              <a:t>Stream processing (Kinesis, DynamoDB Streams)</a:t>
            </a:r>
          </a:p>
          <a:p>
            <a:r>
              <a:t>IoT device backends</a:t>
            </a:r>
          </a:p>
          <a:p>
            <a:r>
              <a:t>Scheduled tasks (EventBridge, cron jobs)</a:t>
            </a:r>
          </a:p>
          <a:p>
            <a:r>
              <a:t>Automation workflows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Request pricing: $0.20 per 1M requests</a:t>
            </a:r>
          </a:p>
          <a:p>
            <a:r>
              <a:t>Duration pricing: Based on GB-seconds (memory × time)</a:t>
            </a:r>
          </a:p>
          <a:p>
            <a:r>
              <a:t>Free tier: 1M requests + 400,000 GB-seconds/month</a:t>
            </a:r>
          </a:p>
          <a:p>
            <a:r>
              <a:t>Additional charges: data transfer &amp; integrations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Cost-efficient (pay-per-use)</a:t>
            </a:r>
          </a:p>
          <a:p>
            <a:r>
              <a:t>Scales automatically with demand</a:t>
            </a:r>
          </a:p>
          <a:p>
            <a:r>
              <a:t>Highly available (fault tolerance included)</a:t>
            </a:r>
          </a:p>
          <a:p>
            <a:r>
              <a:t>Secure with IAM role integration</a:t>
            </a:r>
          </a:p>
          <a:p>
            <a:r>
              <a:t>Faster time to market for developers</a:t>
            </a: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Max execution time: 15 minutes</a:t>
            </a:r>
          </a:p>
          <a:p>
            <a:r>
              <a:t>Stateless by default (external storage needed)</a:t>
            </a:r>
          </a:p>
          <a:p>
            <a:r>
              <a:t>Cold start latency for some runtimes</a:t>
            </a:r>
          </a:p>
          <a:p>
            <a:r>
              <a:t>Limited memory (128 MB – 10 GB)</a:t>
            </a:r>
          </a:p>
          <a:p>
            <a:r>
              <a:t>Ephemeral storage (/tmp up to 10 GB)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Keep functions small &amp; modular</a:t>
            </a:r>
          </a:p>
          <a:p>
            <a:r>
              <a:t>Use environment variables for config</a:t>
            </a:r>
          </a:p>
          <a:p>
            <a:r>
              <a:t>Optimize package size to reduce cold starts</a:t>
            </a:r>
          </a:p>
          <a:p>
            <a:r>
              <a:t>Monitor with CloudWatch + X-Ray</a:t>
            </a:r>
          </a:p>
          <a:p>
            <a:r>
              <a:t>Use Provisioned Concurrency for critical workloads</a:t>
            </a: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vs EC2 vs 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Lambda: Event-driven, short tasks, fully managed</a:t>
            </a:r>
          </a:p>
          <a:p>
            <a:r>
              <a:t>EC2: Long-running workloads, full OS control</a:t>
            </a:r>
          </a:p>
          <a:p>
            <a:r>
              <a:t>ECS/EKS: Containerized apps, microservices</a:t>
            </a:r>
          </a:p>
          <a:p>
            <a:r>
              <a:t>✅ Choose Lambda for lightweight, event-driven apps</a:t>
            </a: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AWS Lambda powers event-driven architectures</a:t>
            </a:r>
          </a:p>
          <a:p>
            <a:r>
              <a:t>Perfect for APIs, automation, and data pipelines</a:t>
            </a:r>
          </a:p>
          <a:p>
            <a:r>
              <a:t>Adoption increasing in AI/ML &amp; analytics</a:t>
            </a:r>
          </a:p>
          <a:p>
            <a:r>
              <a:t>A key service in the future of serverless computing</a:t>
            </a:r>
          </a:p>
        </p:txBody>
      </p:sp>
    </p:spTree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</TotalTime>
  <Words>514</Words>
  <Application>Microsoft Office PowerPoint</Application>
  <PresentationFormat>On-screen Show (4:3)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AWS Lambda</vt:lpstr>
      <vt:lpstr>Introduction to AWS Lambda</vt:lpstr>
      <vt:lpstr>What is AWS Lambda?</vt:lpstr>
      <vt:lpstr>Why AWS Lambda is Important?</vt:lpstr>
      <vt:lpstr>How AWS Lambda Works (Step by Step)</vt:lpstr>
      <vt:lpstr>Architecture Overview</vt:lpstr>
      <vt:lpstr>Supported Languages</vt:lpstr>
      <vt:lpstr>Key Features</vt:lpstr>
      <vt:lpstr>Use Cases</vt:lpstr>
      <vt:lpstr>Pricing Model</vt:lpstr>
      <vt:lpstr>Benefits of AWS Lambda</vt:lpstr>
      <vt:lpstr>Limitations</vt:lpstr>
      <vt:lpstr>Best Practices</vt:lpstr>
      <vt:lpstr>Lambda vs EC2 vs ECS</vt:lpstr>
      <vt:lpstr>Conclusion &amp; Future Trends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Lambda</dc:title>
  <dc:subject/>
  <dc:creator/>
  <cp:keywords/>
  <dc:description>generated using python-pptx</dc:description>
  <cp:lastModifiedBy>MOHAMMED ALEEM UDDIN</cp:lastModifiedBy>
  <cp:revision>6</cp:revision>
  <dcterms:created xsi:type="dcterms:W3CDTF">2013-01-27T09:14:16Z</dcterms:created>
  <dcterms:modified xsi:type="dcterms:W3CDTF">2025-08-22T12:41:55Z</dcterms:modified>
  <cp:category/>
</cp:coreProperties>
</file>