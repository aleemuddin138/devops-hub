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22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5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19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4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89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40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2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09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653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231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5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686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396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2330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90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9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/>
              <a:t>AWS Systems </a:t>
            </a:r>
            <a:r>
              <a:rPr dirty="0"/>
              <a:t>Manager </a:t>
            </a:r>
            <a:r>
              <a:rPr sz="4400" dirty="0"/>
              <a:t>Parameter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8"/>
            <a:ext cx="5308866" cy="904400"/>
          </a:xfrm>
        </p:spPr>
        <p:txBody>
          <a:bodyPr/>
          <a:lstStyle/>
          <a:p>
            <a:r>
              <a:rPr dirty="0"/>
              <a:t>Secure, Scalable, and Centralized Storage for Configuration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AWS Systems Manager Parameter Store provides secure storage for configuration data and secrets.</a:t>
            </a:r>
          </a:p>
          <a:p>
            <a:r>
              <a:t>• Offers centralized management of parameters.</a:t>
            </a:r>
          </a:p>
          <a:p>
            <a:r>
              <a:t>• Supports plain text and encrypted data using AWS KMS.</a:t>
            </a:r>
          </a:p>
          <a:p>
            <a:r>
              <a:t>• Helps applications retrieve parameters at runtime.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plain text and secure strings (encrypted).</a:t>
            </a:r>
          </a:p>
          <a:p>
            <a:r>
              <a:t>• Hierarchical storage structure.</a:t>
            </a:r>
          </a:p>
          <a:p>
            <a:r>
              <a:t>• Versioning support for parameters.</a:t>
            </a:r>
          </a:p>
          <a:p>
            <a:r>
              <a:t>• Access control using IAM policies.</a:t>
            </a:r>
          </a:p>
          <a:p>
            <a:r>
              <a:t>• Integration with AWS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Parameter Store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parameter (plain text or encrypted).</a:t>
            </a:r>
          </a:p>
          <a:p>
            <a:r>
              <a:t>2. Organize parameters in hierarchies.</a:t>
            </a:r>
          </a:p>
          <a:p>
            <a:r>
              <a:t>3. Control access using IAM.</a:t>
            </a:r>
          </a:p>
          <a:p>
            <a:r>
              <a:t>4. Retrieve parameters via AWS CLI, SDKs, or APIs.</a:t>
            </a:r>
          </a:p>
          <a:p>
            <a:r>
              <a:t>5. Monitor usage with CloudWatch.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configuration management.</a:t>
            </a:r>
          </a:p>
          <a:p>
            <a:r>
              <a:t>• Improved application security with encryption.</a:t>
            </a:r>
          </a:p>
          <a:p>
            <a:r>
              <a:t>• Simplified secret management.</a:t>
            </a:r>
          </a:p>
          <a:p>
            <a:r>
              <a:t>• Easy integration with automation tools.</a:t>
            </a:r>
          </a:p>
          <a:p>
            <a:r>
              <a:t>• Cost-effective (no additional charge for standard parameters).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Storing database connection strings.</a:t>
            </a:r>
          </a:p>
          <a:p>
            <a:r>
              <a:t>• Managing API keys securely.</a:t>
            </a:r>
          </a:p>
          <a:p>
            <a:r>
              <a:t>• Keeping environment-specific configurations.</a:t>
            </a:r>
          </a:p>
          <a:p>
            <a:r>
              <a:t>• Automating deployments with configuration data.</a:t>
            </a:r>
          </a:p>
          <a:p>
            <a:r>
              <a:t>• Securely sharing secrets across AWS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Systems Manager Parameter Store is a secure and reliable way to manage configuration data.</a:t>
            </a:r>
          </a:p>
          <a:p>
            <a:r>
              <a:t>It helps ensure consistency, security, and efficiency for modern applications.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241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AWS Systems Manager Parameter Store</vt:lpstr>
      <vt:lpstr>Introduction</vt:lpstr>
      <vt:lpstr>Key Features</vt:lpstr>
      <vt:lpstr>How Parameter Store Works</vt:lpstr>
      <vt:lpstr>Benefits</vt:lpstr>
      <vt:lpstr>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Systems Manager Parameter Store</dc:title>
  <dc:subject/>
  <dc:creator/>
  <cp:keywords/>
  <dc:description>generated using python-pptx</dc:description>
  <cp:lastModifiedBy>MOHAMMED ALEEM UDDIN</cp:lastModifiedBy>
  <cp:revision>2</cp:revision>
  <dcterms:created xsi:type="dcterms:W3CDTF">2013-01-27T09:14:16Z</dcterms:created>
  <dcterms:modified xsi:type="dcterms:W3CDTF">2025-09-13T15:43:31Z</dcterms:modified>
  <cp:category/>
</cp:coreProperties>
</file>