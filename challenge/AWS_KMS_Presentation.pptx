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66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500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1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0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09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9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51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30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39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611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5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376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895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87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36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2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177637"/>
            <a:ext cx="5308866" cy="2149760"/>
          </a:xfrm>
        </p:spPr>
        <p:txBody>
          <a:bodyPr/>
          <a:lstStyle/>
          <a:p>
            <a:r>
              <a:rPr sz="4400" dirty="0"/>
              <a:t>AWS Key Management Service (KMS)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Secure Key Management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16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Prepared by: Mohammed </a:t>
            </a:r>
            <a:r>
              <a:rPr lang="en-US" dirty="0" err="1" smtClean="0"/>
              <a:t>Aleem</a:t>
            </a:r>
            <a:r>
              <a:rPr lang="en-US" dirty="0" smtClean="0"/>
              <a:t> Uddin</a:t>
            </a:r>
          </a:p>
          <a:p>
            <a:r>
              <a:rPr lang="en-US" dirty="0" smtClean="0"/>
              <a:t>Batch: 14</a:t>
            </a:r>
            <a:endParaRPr lang="en-IN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AWS Key Management Service (KMS) is a fully managed service</a:t>
            </a:r>
          </a:p>
          <a:p>
            <a:r>
              <a:t>• Allows creation, management, and control of cryptographic keys</a:t>
            </a:r>
          </a:p>
          <a:p>
            <a:r>
              <a:t>• Provides centralized key management</a:t>
            </a:r>
          </a:p>
          <a:p>
            <a:r>
              <a:t>• Uses secure Hardware Security Modules (HSMs)</a:t>
            </a:r>
          </a:p>
          <a:p>
            <a:r>
              <a:t>• Integrates with 100+ AWS services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KMS?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Managed service for creating and controlling encryption keys</a:t>
            </a:r>
          </a:p>
          <a:p>
            <a:r>
              <a:t>• Provides data encryption and decryption</a:t>
            </a:r>
          </a:p>
          <a:p>
            <a:r>
              <a:t>• Offers both symmetric and asymmetric keys</a:t>
            </a:r>
          </a:p>
          <a:p>
            <a:r>
              <a:t>• Simplifies key rotation and lifecycle management</a:t>
            </a:r>
          </a:p>
          <a:p>
            <a:r>
              <a:t>• Compliant with security standards and regulations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AWS KMS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Ensures strong data protection and compliance</a:t>
            </a:r>
          </a:p>
          <a:p>
            <a:r>
              <a:t>• Eliminates need for custom key infrastructure</a:t>
            </a:r>
          </a:p>
          <a:p>
            <a:r>
              <a:t>• Provides centralized key management</a:t>
            </a:r>
          </a:p>
          <a:p>
            <a:r>
              <a:t>• Tight integration with AWS services (S3, EBS, RDS, Lambda)</a:t>
            </a:r>
          </a:p>
          <a:p>
            <a:r>
              <a:t>• Enables detailed auditing with AWS CloudTrail</a:t>
            </a:r>
          </a:p>
          <a:p>
            <a:r>
              <a:t>• Offers fine-grained access control via IAM policies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KMS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1. Application requests encryption through AWS SDK/CLI/API</a:t>
            </a:r>
          </a:p>
          <a:p>
            <a:r>
              <a:t>2. AWS KMS generates or retrieves Customer Master Key (CMK)</a:t>
            </a:r>
          </a:p>
          <a:p>
            <a:r>
              <a:t>3. Data is encrypted using Data Encryption Keys (DEKs)</a:t>
            </a:r>
          </a:p>
          <a:p>
            <a:r>
              <a:t>4. Encrypted data is stored in AWS services (e.g., S3, RDS)</a:t>
            </a:r>
          </a:p>
          <a:p>
            <a:r>
              <a:t>5. Decryption requests use the same KMS APIs for secure access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managed key storage and lifecycle management</a:t>
            </a:r>
          </a:p>
          <a:p>
            <a:r>
              <a:t>• Symmetric and asymmetric key support</a:t>
            </a:r>
          </a:p>
          <a:p>
            <a:r>
              <a:t>• Automatic key rotation</a:t>
            </a:r>
          </a:p>
          <a:p>
            <a:r>
              <a:t>• IAM integration for access control</a:t>
            </a:r>
          </a:p>
          <a:p>
            <a:r>
              <a:t>• CloudTrail logging for audits</a:t>
            </a:r>
          </a:p>
          <a:p>
            <a:r>
              <a:t>• Scalable and highly available service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of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Encrypting data in Amazon S3, EBS, and RDS</a:t>
            </a:r>
          </a:p>
          <a:p>
            <a:r>
              <a:t>• Protecting sensitive application data</a:t>
            </a:r>
          </a:p>
          <a:p>
            <a:r>
              <a:t>• Securing API requests and responses</a:t>
            </a:r>
          </a:p>
          <a:p>
            <a:r>
              <a:t>• Managing secrets and credentials</a:t>
            </a:r>
          </a:p>
          <a:p>
            <a:r>
              <a:t>• Enabling regulatory compliance (HIPAA, GDPR, PCI-DSS)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KMS 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creation: $1/month per key</a:t>
            </a:r>
          </a:p>
          <a:p>
            <a:r>
              <a:t>• API requests: $0.03 per 10,000 requests</a:t>
            </a:r>
          </a:p>
          <a:p>
            <a:r>
              <a:t>• Automatic key rotation: Free</a:t>
            </a:r>
          </a:p>
          <a:p>
            <a:r>
              <a:t>• Charges vary depending on region and usage</a:t>
            </a:r>
          </a:p>
          <a:p>
            <a:r>
              <a:t>• Free tier: 20,000 requests per month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least privilege IAM policies for KMS access</a:t>
            </a:r>
          </a:p>
          <a:p>
            <a:r>
              <a:t>• Enable automatic key rotation</a:t>
            </a:r>
          </a:p>
          <a:p>
            <a:r>
              <a:t>• Monitor usage with CloudTrail</a:t>
            </a:r>
          </a:p>
          <a:p>
            <a:r>
              <a:t>• Use separate keys for different applications</a:t>
            </a:r>
          </a:p>
          <a:p>
            <a:r>
              <a:t>• Protect CMKs with IAM and multi-factor authentication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AWS KMS simplifies cryptographic key management</a:t>
            </a:r>
          </a:p>
          <a:p>
            <a:r>
              <a:t>• Provides strong security and compliance</a:t>
            </a:r>
          </a:p>
          <a:p>
            <a:r>
              <a:t>• Integrated with most AWS services</a:t>
            </a:r>
          </a:p>
          <a:p>
            <a:r>
              <a:t>• Growing adoption in cloud-native and hybrid environments</a:t>
            </a:r>
          </a:p>
          <a:p>
            <a:r>
              <a:t>• Essential for securing sensitive workloads in AWS</a:t>
            </a:r>
          </a:p>
        </p:txBody>
      </p:sp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435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AWS Key Management Service (KMS)</vt:lpstr>
      <vt:lpstr>Introduction to AWS KMS</vt:lpstr>
      <vt:lpstr>What is AWS KMS?</vt:lpstr>
      <vt:lpstr>Why AWS KMS is Important?</vt:lpstr>
      <vt:lpstr>How AWS KMS Works</vt:lpstr>
      <vt:lpstr>Key Features of AWS KMS</vt:lpstr>
      <vt:lpstr>Use Cases of AWS KMS</vt:lpstr>
      <vt:lpstr>AWS KMS Pricing Model</vt:lpstr>
      <vt:lpstr>Best Practices for AWS KMS</vt:lpstr>
      <vt:lpstr>Conclusion &amp; Future Trends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Key Management Service (KMS)</dc:title>
  <dc:subject/>
  <dc:creator/>
  <cp:keywords/>
  <dc:description>generated using python-pptx</dc:description>
  <cp:lastModifiedBy>MOHAMMED ALEEM UDDIN</cp:lastModifiedBy>
  <cp:revision>3</cp:revision>
  <dcterms:created xsi:type="dcterms:W3CDTF">2013-01-27T09:14:16Z</dcterms:created>
  <dcterms:modified xsi:type="dcterms:W3CDTF">2025-08-22T13:00:00Z</dcterms:modified>
  <cp:category/>
</cp:coreProperties>
</file>